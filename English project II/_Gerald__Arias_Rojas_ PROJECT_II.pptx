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588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Presentación: saluda, di tu nombre y presenta el título. Explica que desarrollaste el proyecto de forma individual y que la página resuelve una necesidad real de información y contacto para clases particulares.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problema: estudiantes y familias necesitan encontrar apoyo académico y conocer materias, niveles y forma de contacto. La solución es una página clara y organizada.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primero las habilidades técnicas: HTML y CSS. Luego menciona las habilidades personales. Como hiciste el proyecto solo, destaca planificación, responsabilidad y resolución de problemas.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 rápidamente las tres alternativas. Di una ventaja y una desventaja de cada una. Después explica que elegiste la tercera porque comunica mejor el servicio y crea confianza.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debes defender tu decisión. Explica que la tercera alternativa fue la más adecuada porque combina información, diseño y facilidad de navegación.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Cuenta el proceso en orden. Señala que el proyecto debía utilizar HTML y CSS solamente y que la página final cumple con esa parte del requisito.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la captura y explica los elementos principales: navegación, título, botones, fondo visual y distribución del contenido.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claramente que hiciste el proyecto individualmente y menciona las responsabilidades que asumiste: planificación, HTML, CSS, imágenes, organización y revisión.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resume que la programación no consiste únicamente en escribir código. Destaca que la solución combina habilidades técnicas y personales. Termina con “Thank you.”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Thinking Like a Programmer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Gerald Fabian Arias Rojas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olorful_modern_website_hero_header_scree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5">
              <a:alpha val="73000"/>
            </a:srgbClr>
          </a:solidFill>
          <a:ln w="12700">
            <a:solidFill>
              <a:srgbClr val="071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71B35">
              <a:alpha val="82000"/>
            </a:srgbClr>
          </a:solidFill>
          <a:ln w="12700">
            <a:solidFill>
              <a:srgbClr val="071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5" name="Text 2"/>
          <p:cNvSpPr/>
          <p:nvPr/>
        </p:nvSpPr>
        <p:spPr>
          <a:xfrm>
            <a:off x="731520" y="685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THINKING LIKE A PROGRAMMER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31520" y="129844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4DB8"/>
                </a:solidFill>
              </a:rPr>
              <a:t>Solving Web Design Problems with HTML &amp; CSS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" y="2103120"/>
            <a:ext cx="1234440" cy="0"/>
          </a:xfrm>
          <a:prstGeom prst="line">
            <a:avLst/>
          </a:prstGeom>
          <a:noFill/>
          <a:ln w="50800">
            <a:solidFill>
              <a:srgbClr val="FF149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5"/>
          <p:cNvSpPr/>
          <p:nvPr/>
        </p:nvSpPr>
        <p:spPr>
          <a:xfrm>
            <a:off x="749808" y="42245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0EC"/>
                </a:solidFill>
              </a:rPr>
              <a:t>Student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" y="4480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Gerald Fabian Arias Rojas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9808" y="50292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Web Development – Tenth Level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Scenario 3: Programming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Theme 1: Programming (E-Values)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October 8th, 2026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1493"/>
                </a:solidFill>
              </a:rPr>
              <a:t>01 —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554"/>
                </a:solidFill>
              </a:rPr>
              <a:t>Problem Description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The web page addresses a simple communication and information problem.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583680" cy="3474720"/>
          </a:xfrm>
          <a:prstGeom prst="roundRect">
            <a:avLst>
              <a:gd name="adj" fmla="val 3947"/>
            </a:avLst>
          </a:prstGeom>
          <a:solidFill>
            <a:srgbClr val="081F3E"/>
          </a:solidFill>
          <a:ln w="12700">
            <a:solidFill>
              <a:srgbClr val="081F3E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DB8"/>
                </a:solidFill>
              </a:rPr>
              <a:t>THE NEED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Students and families need an easy way to find reliable academic support.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The website organizes the teacher’s services, subjects, educational levels, and contact options in one clear place.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35240" y="1874520"/>
            <a:ext cx="388620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0" name="Text 8"/>
          <p:cNvSpPr/>
          <p:nvPr/>
        </p:nvSpPr>
        <p:spPr>
          <a:xfrm>
            <a:off x="7955280" y="2148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1493"/>
                </a:solidFill>
              </a:rPr>
              <a:t>THE GOAL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0" y="2578608"/>
            <a:ext cx="315468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Present academic services clearly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Show the available subjects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Explain the student levels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Build trust through a professional design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Make contact information easy to find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955280" y="4800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554"/>
                </a:solidFill>
              </a:rPr>
              <a:t>A programmer must turn the need into a clear, usable interface.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1493"/>
                </a:solidFill>
              </a:rPr>
              <a:t>02 — PROGRAMMER SKILLS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554"/>
                </a:solidFill>
              </a:rPr>
              <a:t>What Does a Programmer Need?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The project asks for both technical and personal skills.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03520" cy="3429000"/>
          </a:xfrm>
          <a:prstGeom prst="roundRect">
            <a:avLst>
              <a:gd name="adj" fmla="val 3200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E6EAF2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73152" cy="3429000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7" name="Text 5"/>
          <p:cNvSpPr/>
          <p:nvPr/>
        </p:nvSpPr>
        <p:spPr>
          <a:xfrm>
            <a:off x="841248" y="203911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554"/>
                </a:solidFill>
              </a:rPr>
              <a:t>Technical Skills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441448"/>
            <a:ext cx="4919472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HTML structure, CSS styling, page layout, responsive design, visual organization, and the ability to test and fix problems.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03520" cy="3429000"/>
          </a:xfrm>
          <a:prstGeom prst="roundRect">
            <a:avLst>
              <a:gd name="adj" fmla="val 3200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E6EAF2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73152" cy="3429000"/>
          </a:xfrm>
          <a:prstGeom prst="rect">
            <a:avLst/>
          </a:prstGeom>
          <a:solidFill>
            <a:srgbClr val="00DFF2"/>
          </a:solidFill>
          <a:ln w="12700">
            <a:solidFill>
              <a:srgbClr val="00DF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1" name="Text 9"/>
          <p:cNvSpPr/>
          <p:nvPr/>
        </p:nvSpPr>
        <p:spPr>
          <a:xfrm>
            <a:off x="6419088" y="203911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554"/>
                </a:solidFill>
              </a:rPr>
              <a:t>Personal Skills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9088" y="2441448"/>
            <a:ext cx="4919472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Planning, creativity, communication, problem-solving, organization, responsibility, and the ability to make decisions independently.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874520" y="5532120"/>
            <a:ext cx="8412480" cy="530352"/>
          </a:xfrm>
          <a:prstGeom prst="roundRect">
            <a:avLst>
              <a:gd name="adj" fmla="val 31034"/>
            </a:avLst>
          </a:prstGeom>
          <a:solidFill>
            <a:srgbClr val="FFF0F8"/>
          </a:solidFill>
          <a:ln w="12700">
            <a:solidFill>
              <a:srgbClr val="FFD2E8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4" name="Text 12"/>
          <p:cNvSpPr/>
          <p:nvPr/>
        </p:nvSpPr>
        <p:spPr>
          <a:xfrm>
            <a:off x="2057400" y="566928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554"/>
                </a:solidFill>
              </a:rPr>
              <a:t>Effective solutions combine technical knowledge with planning, creativity, and problem-solving.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1493"/>
                </a:solidFill>
              </a:rPr>
              <a:t>03 — ALTERNATIVES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554"/>
                </a:solidFill>
              </a:rPr>
              <a:t>Possible Solutions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Three approaches were considered before selecting the final design.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520440" cy="3429000"/>
          </a:xfrm>
          <a:prstGeom prst="roundRect">
            <a:avLst>
              <a:gd name="adj" fmla="val 3200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E6EAF2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73152" cy="3429000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7" name="Text 5"/>
          <p:cNvSpPr/>
          <p:nvPr/>
        </p:nvSpPr>
        <p:spPr>
          <a:xfrm>
            <a:off x="795528" y="199339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554"/>
                </a:solidFill>
              </a:rPr>
              <a:t>Alternative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395728"/>
            <a:ext cx="3136392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Simple text-based page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+ Easy and fast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+ Simple HTML/CSS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– Less attractive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– Lower visual impact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3429000"/>
          </a:xfrm>
          <a:prstGeom prst="roundRect">
            <a:avLst>
              <a:gd name="adj" fmla="val 3200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E6EAF2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73152" cy="3429000"/>
          </a:xfrm>
          <a:prstGeom prst="rect">
            <a:avLst/>
          </a:prstGeom>
          <a:solidFill>
            <a:srgbClr val="00DFF2"/>
          </a:solidFill>
          <a:ln w="12700">
            <a:solidFill>
              <a:srgbClr val="00DF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1" name="Text 9"/>
          <p:cNvSpPr/>
          <p:nvPr/>
        </p:nvSpPr>
        <p:spPr>
          <a:xfrm>
            <a:off x="4544568" y="199339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554"/>
                </a:solidFill>
              </a:rPr>
              <a:t>Alternative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4568" y="2395728"/>
            <a:ext cx="3136392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Cards and organized sections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+ Clear navigation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+ Easy to understand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– More design work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– More CSS required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1828800"/>
            <a:ext cx="3520440" cy="3429000"/>
          </a:xfrm>
          <a:prstGeom prst="roundRect">
            <a:avLst>
              <a:gd name="adj" fmla="val 3200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E6EAF2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4" name="Shape 12"/>
          <p:cNvSpPr/>
          <p:nvPr/>
        </p:nvSpPr>
        <p:spPr>
          <a:xfrm>
            <a:off x="8092440" y="1828800"/>
            <a:ext cx="73152" cy="3429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5" name="Text 13"/>
          <p:cNvSpPr/>
          <p:nvPr/>
        </p:nvSpPr>
        <p:spPr>
          <a:xfrm>
            <a:off x="8293608" y="199339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554"/>
                </a:solidFill>
              </a:rPr>
              <a:t>Alternative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93608" y="2395728"/>
            <a:ext cx="3136392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Visual landing page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+ Professional and attractive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+ Strong visual communication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– More planning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– More CSS detail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49040" y="555955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1493"/>
                </a:solidFill>
              </a:rPr>
              <a:t>Selected → Alternative 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1493"/>
                </a:solidFill>
              </a:rPr>
              <a:t>04 — FINAL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554"/>
                </a:solidFill>
              </a:rPr>
              <a:t>Final Solution and Justification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The selected solution is a visual landing page focused on clarity and trust.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572000" cy="3886200"/>
          </a:xfrm>
          <a:prstGeom prst="roundRect">
            <a:avLst>
              <a:gd name="adj" fmla="val 3529"/>
            </a:avLst>
          </a:prstGeom>
          <a:solidFill>
            <a:srgbClr val="081F3E"/>
          </a:solidFill>
          <a:ln w="12700">
            <a:solidFill>
              <a:srgbClr val="081F3E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DB8"/>
                </a:solidFill>
              </a:rPr>
              <a:t>FINAL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487168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 modern tutoring website with a strong visual identity, clear sections, and direct contact options.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374904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Why?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• Attractive and professional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• Information is easy to scan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• Strong visual connection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• Clear calls to action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828800"/>
            <a:ext cx="2788920" cy="1691640"/>
          </a:xfrm>
          <a:prstGeom prst="roundRect">
            <a:avLst>
              <a:gd name="adj" fmla="val 6486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E6EAF2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0" name="Shape 8"/>
          <p:cNvSpPr/>
          <p:nvPr/>
        </p:nvSpPr>
        <p:spPr>
          <a:xfrm>
            <a:off x="5577840" y="1828800"/>
            <a:ext cx="73152" cy="1691640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1" name="Text 9"/>
          <p:cNvSpPr/>
          <p:nvPr/>
        </p:nvSpPr>
        <p:spPr>
          <a:xfrm>
            <a:off x="5779008" y="199339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554"/>
                </a:solidFill>
              </a:rPr>
              <a:t>Why is it efficient?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79008" y="2395728"/>
            <a:ext cx="240487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Users can quickly move from Home to Subjects, Levels, About Me, How It Works, and Contact.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49640" y="1828800"/>
            <a:ext cx="2788920" cy="1691640"/>
          </a:xfrm>
          <a:prstGeom prst="roundRect">
            <a:avLst>
              <a:gd name="adj" fmla="val 6486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E6EAF2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4" name="Shape 12"/>
          <p:cNvSpPr/>
          <p:nvPr/>
        </p:nvSpPr>
        <p:spPr>
          <a:xfrm>
            <a:off x="8549640" y="1828800"/>
            <a:ext cx="73152" cy="1691640"/>
          </a:xfrm>
          <a:prstGeom prst="rect">
            <a:avLst/>
          </a:prstGeom>
          <a:solidFill>
            <a:srgbClr val="00DFF2"/>
          </a:solidFill>
          <a:ln w="12700">
            <a:solidFill>
              <a:srgbClr val="00DF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5" name="Text 13"/>
          <p:cNvSpPr/>
          <p:nvPr/>
        </p:nvSpPr>
        <p:spPr>
          <a:xfrm>
            <a:off x="8750808" y="1993392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554"/>
                </a:solidFill>
              </a:rPr>
              <a:t>How does it solve the problem?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50808" y="2395728"/>
            <a:ext cx="240487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It puts essential academic information and contact options in one organized page.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577840" y="3794760"/>
            <a:ext cx="576072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E6EAF2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8" name="Shape 16"/>
          <p:cNvSpPr/>
          <p:nvPr/>
        </p:nvSpPr>
        <p:spPr>
          <a:xfrm>
            <a:off x="5577840" y="3794760"/>
            <a:ext cx="73152" cy="19202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9" name="Text 17"/>
          <p:cNvSpPr/>
          <p:nvPr/>
        </p:nvSpPr>
        <p:spPr>
          <a:xfrm>
            <a:off x="5779008" y="3959352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554"/>
                </a:solidFill>
              </a:rPr>
              <a:t>Design decisions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79008" y="4361688"/>
            <a:ext cx="5376672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HTML provides the structure. CSS controls colors, spacing, layout, buttons, visual hierarchy, and responsive behavior.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1493"/>
                </a:solidFill>
              </a:rPr>
              <a:t>05 — DEVELOPMENT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554"/>
                </a:solidFill>
              </a:rPr>
              <a:t>How I Created the Web Page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The final page was developed with HTML and CSS only.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423160" cy="297180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6" name="Shape 4"/>
          <p:cNvSpPr/>
          <p:nvPr/>
        </p:nvSpPr>
        <p:spPr>
          <a:xfrm>
            <a:off x="1417320" y="2267712"/>
            <a:ext cx="749808" cy="749808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7" name="Text 5"/>
          <p:cNvSpPr/>
          <p:nvPr/>
        </p:nvSpPr>
        <p:spPr>
          <a:xfrm>
            <a:off x="1417320" y="244144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246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554"/>
                </a:solidFill>
              </a:rPr>
              <a:t>Planning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Defined the problem, audience, sections, and visual style.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2011680"/>
            <a:ext cx="2423160" cy="297180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1" name="Shape 9"/>
          <p:cNvSpPr/>
          <p:nvPr/>
        </p:nvSpPr>
        <p:spPr>
          <a:xfrm>
            <a:off x="4206240" y="2267712"/>
            <a:ext cx="749808" cy="749808"/>
          </a:xfrm>
          <a:prstGeom prst="ellipse">
            <a:avLst/>
          </a:prstGeom>
          <a:solidFill>
            <a:srgbClr val="00DFF2"/>
          </a:solidFill>
          <a:ln w="12700">
            <a:solidFill>
              <a:srgbClr val="00DF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/>
          <p:nvPr/>
        </p:nvSpPr>
        <p:spPr>
          <a:xfrm>
            <a:off x="4206240" y="244144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0168" y="3246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554"/>
                </a:solidFill>
              </a:rPr>
              <a:t>HTML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37033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Built the structure: navigation, hero, subjects, levels, about, process, contact.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011680"/>
            <a:ext cx="2423160" cy="297180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6" name="Shape 14"/>
          <p:cNvSpPr/>
          <p:nvPr/>
        </p:nvSpPr>
        <p:spPr>
          <a:xfrm>
            <a:off x="6995160" y="2267712"/>
            <a:ext cx="749808" cy="749808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7" name="Text 15"/>
          <p:cNvSpPr/>
          <p:nvPr/>
        </p:nvSpPr>
        <p:spPr>
          <a:xfrm>
            <a:off x="6995160" y="244144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9088" y="3246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554"/>
                </a:solidFill>
              </a:rPr>
              <a:t>CSS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37033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Added colors, layout, typography, cards, effects, spacing, and responsive rules.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06840" y="2011680"/>
            <a:ext cx="2423160" cy="297180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21" name="Shape 19"/>
          <p:cNvSpPr/>
          <p:nvPr/>
        </p:nvSpPr>
        <p:spPr>
          <a:xfrm>
            <a:off x="9784080" y="2267712"/>
            <a:ext cx="749808" cy="749808"/>
          </a:xfrm>
          <a:prstGeom prst="ellipse">
            <a:avLst/>
          </a:prstGeom>
          <a:solidFill>
            <a:srgbClr val="00DFF2"/>
          </a:solidFill>
          <a:ln w="12700">
            <a:solidFill>
              <a:srgbClr val="00DF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2" name="Text 20"/>
          <p:cNvSpPr/>
          <p:nvPr/>
        </p:nvSpPr>
        <p:spPr>
          <a:xfrm>
            <a:off x="9784080" y="244144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08008" y="3246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554"/>
                </a:solidFill>
              </a:rPr>
              <a:t>Testing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35440" y="37033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Checked the visual result and corrected HTML/CSS issues.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069080" y="539496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1493"/>
                </a:solidFill>
              </a:rPr>
              <a:t>HTML + CSS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611880" y="57607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No JavaScript was required for the core page.</a:t>
            </a:r>
            <a:endParaRPr lang="en-US" sz="10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1493"/>
                </a:solidFill>
              </a:rPr>
              <a:t>06 — FINAL WEB PAGE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554"/>
                </a:solidFill>
              </a:rPr>
              <a:t>Screenshot of the Final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The Home page uses the generated visual background and the pink/blue visual identity.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2708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7" name="Text 4"/>
          <p:cNvSpPr/>
          <p:nvPr/>
        </p:nvSpPr>
        <p:spPr>
          <a:xfrm>
            <a:off x="9646920" y="57972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1493"/>
                </a:solidFill>
              </a:rPr>
              <a:t>Home page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0EDCE08-1C6C-0E31-2FD1-4C98C78E5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864349"/>
            <a:ext cx="8601559" cy="41158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1493"/>
                </a:solidFill>
              </a:rPr>
              <a:t>07 — INDIVIDUAL REFLECTION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554"/>
                </a:solidFill>
              </a:rPr>
              <a:t>Individual Work Reflection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The project was completed independently.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194875" y="2103120"/>
            <a:ext cx="7452360" cy="393192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7" name="Text 4"/>
          <p:cNvSpPr/>
          <p:nvPr/>
        </p:nvSpPr>
        <p:spPr>
          <a:xfrm>
            <a:off x="4434840" y="2286000"/>
            <a:ext cx="66294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554"/>
                </a:solidFill>
              </a:rPr>
              <a:t>I completed this project individually. I was responsible for planning the website, creating the HTML structure, designing the page with CSS, selecting visual elements, organizing the information, and reviewing the final result.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434840" y="4069080"/>
            <a:ext cx="6492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This experience helped me develop creativity, planning, responsibility, problem-solving, and programming skills.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34840" y="5074920"/>
            <a:ext cx="6172200" cy="384048"/>
          </a:xfrm>
          <a:prstGeom prst="roundRect">
            <a:avLst>
              <a:gd name="adj" fmla="val 28571"/>
            </a:avLst>
          </a:prstGeom>
          <a:solidFill>
            <a:srgbClr val="FFF0F8"/>
          </a:solidFill>
          <a:ln w="12700">
            <a:solidFill>
              <a:srgbClr val="FFD2E8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0" name="Text 7"/>
          <p:cNvSpPr/>
          <p:nvPr/>
        </p:nvSpPr>
        <p:spPr>
          <a:xfrm>
            <a:off x="4572000" y="5184648"/>
            <a:ext cx="5897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1493"/>
                </a:solidFill>
              </a:rPr>
              <a:t>Independent work → plan → build → test → improve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C049BA0-CE37-C8EA-5326-1A2BA61B0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51" y="1783080"/>
            <a:ext cx="3707194" cy="38629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3E"/>
          </a:solidFill>
          <a:ln w="12700">
            <a:solidFill>
              <a:srgbClr val="081F3E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8229600" y="-914400"/>
            <a:ext cx="4754880" cy="4754880"/>
          </a:xfrm>
          <a:prstGeom prst="ellipse">
            <a:avLst/>
          </a:prstGeom>
          <a:solidFill>
            <a:srgbClr val="FF1493">
              <a:alpha val="18000"/>
            </a:srgbClr>
          </a:solidFill>
          <a:ln w="12700">
            <a:solidFill>
              <a:srgbClr val="FF14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Shape 2"/>
          <p:cNvSpPr/>
          <p:nvPr/>
        </p:nvSpPr>
        <p:spPr>
          <a:xfrm>
            <a:off x="-1371600" y="4480560"/>
            <a:ext cx="4023360" cy="4023360"/>
          </a:xfrm>
          <a:prstGeom prst="ellipse">
            <a:avLst/>
          </a:prstGeom>
          <a:solidFill>
            <a:srgbClr val="00DFF2">
              <a:alpha val="15000"/>
            </a:srgbClr>
          </a:solidFill>
          <a:ln w="12700">
            <a:solidFill>
              <a:srgbClr val="00DF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5" name="Text 3"/>
          <p:cNvSpPr/>
          <p:nvPr/>
        </p:nvSpPr>
        <p:spPr>
          <a:xfrm>
            <a:off x="777240" y="914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DB8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8988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 successful programmer needs more than code.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</a:rPr>
              <a:t>Technical knowledge, planning, creativity, and problem-solving work together to create an efficient web solution.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3749040"/>
            <a:ext cx="4663440" cy="1051560"/>
          </a:xfrm>
          <a:prstGeom prst="roundRect">
            <a:avLst>
              <a:gd name="adj" fmla="val 1304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9" name="Text 7"/>
          <p:cNvSpPr/>
          <p:nvPr/>
        </p:nvSpPr>
        <p:spPr>
          <a:xfrm>
            <a:off x="1024128" y="4005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Thank you!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24128" y="44805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0EC"/>
                </a:solidFill>
              </a:rPr>
              <a:t>Gerald Fabian Arias Rojas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58200" y="5806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2E8F0"/>
                </a:solidFill>
              </a:rPr>
              <a:t>October 8th, 2026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939</Words>
  <Application>Microsoft Office PowerPoint</Application>
  <PresentationFormat>Panorámica</PresentationFormat>
  <Paragraphs>132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CTP Jesús Ocaña Rojas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Thinking Like a Programmer</dc:title>
  <dc:subject>Thinking Like a Programmer: Solving Web Design Problems with HTML &amp; CSS</dc:subject>
  <dc:creator>Gerald Fabian Arias Rojas</dc:creator>
  <cp:lastModifiedBy>ARIAS ROJAS GERALD FABIAN</cp:lastModifiedBy>
  <cp:revision>4</cp:revision>
  <dcterms:created xsi:type="dcterms:W3CDTF">2026-10-06T00:04:01Z</dcterms:created>
  <dcterms:modified xsi:type="dcterms:W3CDTF">2026-10-06T02:02:15Z</dcterms:modified>
</cp:coreProperties>
</file>